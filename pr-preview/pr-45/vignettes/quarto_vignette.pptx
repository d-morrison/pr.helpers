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" TargetMode="External" /><Relationship Id="rId3" Type="http://schemas.openxmlformats.org/officeDocument/2006/relationships/hyperlink" Target="https://quarto.org/docs/computations/r.html" TargetMode="External" /><Relationship Id="rId4" Type="http://schemas.openxmlformats.org/officeDocument/2006/relationships/hyperlink" Target="https://www.R-project.org/" TargetMode="External" /><Relationship Id="rId5" Type="http://schemas.openxmlformats.org/officeDocument/2006/relationships/hyperlink" Target="https://github.com/UCD-SERG/rpt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Quarto Vignette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vignette demonstrates how to use Quarto (</a:t>
            </a:r>
            <a:r>
              <a:rPr>
                <a:latin typeface="Courier"/>
              </a:rPr>
              <a:t>.qmd</a:t>
            </a:r>
            <a:r>
              <a:rPr/>
              <a:t>) files as vignettes in R packages. Quarto is the next-generation version of R Markdown, offering enhanced features and better integration with multiple programming languages.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Use Quarto?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offers several advantages over traditional R Markdown:</a:t>
            </a:r>
          </a:p>
          <a:p>
            <a:pPr lvl="0" indent="-342900" marL="342900">
              <a:buAutoNum type="arabicPeriod"/>
            </a:pPr>
            <a:r>
              <a:rPr b="1"/>
              <a:t>Enhanced features</a:t>
            </a:r>
            <a:r>
              <a:rPr/>
              <a:t>: Better support for cross-references, callouts, and other advanced formatting</a:t>
            </a:r>
          </a:p>
          <a:p>
            <a:pPr lvl="0" indent="-342900" marL="342900">
              <a:buAutoNum type="arabicPeriod"/>
            </a:pPr>
            <a:r>
              <a:rPr b="1"/>
              <a:t>Multiple engines</a:t>
            </a:r>
            <a:r>
              <a:rPr/>
              <a:t>: Works with R, Python, Julia, and Observable</a:t>
            </a:r>
          </a:p>
          <a:p>
            <a:pPr lvl="0" indent="-342900" marL="342900">
              <a:buAutoNum type="arabicPeriod"/>
            </a:pPr>
            <a:r>
              <a:rPr b="1"/>
              <a:t>Modern syntax</a:t>
            </a:r>
            <a:r>
              <a:rPr/>
              <a:t>: Cleaner YAML and chunk options using </a:t>
            </a:r>
            <a:r>
              <a:rPr>
                <a:latin typeface="Courier"/>
              </a:rPr>
              <a:t>#|</a:t>
            </a:r>
            <a:r>
              <a:rPr/>
              <a:t> syntax</a:t>
            </a:r>
          </a:p>
          <a:p>
            <a:pPr lvl="0" indent="-342900" marL="342900">
              <a:buAutoNum type="arabicPeriod"/>
            </a:pPr>
            <a:r>
              <a:rPr b="1"/>
              <a:t>Better publishing</a:t>
            </a:r>
            <a:r>
              <a:rPr/>
              <a:t>: Improved website and book publishing capabilities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Here’s a basic example using the package:</a:t>
            </a:r>
          </a:p>
          <a:p>
            <a:pPr lvl="0" indent="0">
              <a:buNone/>
            </a:pPr>
            <a:r>
              <a:rPr>
                <a:latin typeface="Courier"/>
              </a:rPr>
              <a:t>#&gt; [1] 4.5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Quarto Features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Callouts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This is a callout block that highlights important information.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Quarto supports multiple types of callouts: note, tip, warning, important, and caution.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Chunks with Modern Syntax</a:t>
            </a:r>
          </a:p>
          <a:p>
            <a:pPr lvl="0" indent="0" marL="0">
              <a:buNone/>
            </a:pPr>
            <a:r>
              <a:rPr/>
              <a:t>You can use the modern </a:t>
            </a:r>
            <a:r>
              <a:rPr>
                <a:latin typeface="Courier"/>
              </a:rPr>
              <a:t>#|</a:t>
            </a:r>
            <a:r>
              <a:rPr/>
              <a:t> syntax for chunk options: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(sample_data,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Data"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xlab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"Index"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ylab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pch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quarto_vignette_files/figure-pptx/fig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Example plot showing data distribution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Quarto has excellent support for mathematical equations using LaTeX syntax:</a:t>
                </a:r>
              </a:p>
              <a:p>
                <a:pPr lvl="0" indent="0" marL="0">
                  <a:buNone/>
                </a:pPr>
                <a:r>
                  <a:rPr/>
                  <a:t>Inline equation: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0" indent="0" marL="0">
                  <a:buNone/>
                </a:pPr>
                <a:r>
                  <a:rPr/>
                  <a:t>Display equation: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vignettes provide a modern, feature-rich way to document R packages. They integrate seamlessly with pkgdown and offer enhanced capabilities for technical documentation.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more information, see: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Using Quarto with R</a:t>
            </a:r>
          </a:p>
          <a:p>
            <a:pPr lvl="0"/>
            <a:r>
              <a:rPr/>
              <a:t>R Core Team (2024)</a:t>
            </a:r>
          </a:p>
          <a:p>
            <a:pPr lvl="0"/>
            <a:r>
              <a:rPr/>
              <a:t>UCD-SERG (2024)</a:t>
            </a:r>
          </a:p>
          <a:p>
            <a:pPr lvl="0" indent="0" marL="0">
              <a:buNone/>
            </a:pPr>
            <a:r>
              <a:rPr/>
              <a:t>R Core Team. 2024. </a:t>
            </a:r>
            <a:r>
              <a:rPr i="1"/>
              <a:t>R: A Language and Environment for Statistical Computing</a:t>
            </a:r>
            <a:r>
              <a:rPr/>
              <a:t>. Vienna, Austria: R Foundation for Statistical Computing. </a:t>
            </a:r>
            <a:r>
              <a:rPr>
                <a:hlinkClick r:id="rId4"/>
              </a:rPr>
              <a:t>https://www.R-project.org/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UCD-SERG. 2024. </a:t>
            </a:r>
            <a:r>
              <a:rPr i="1"/>
              <a:t>Rpt: R Package Template</a:t>
            </a:r>
            <a:r>
              <a:rPr/>
              <a:t>. </a:t>
            </a:r>
            <a:r>
              <a:rPr>
                <a:hlinkClick r:id="rId5"/>
              </a:rPr>
              <a:t>https://github.com/UCD-SERG/rpt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Quarto Vignette Example</dc:title>
  <dc:creator/>
  <cp:keywords/>
  <dcterms:created xsi:type="dcterms:W3CDTF">2026-01-29T06:44:26Z</dcterms:created>
  <dcterms:modified xsi:type="dcterms:W3CDTF">2026-01-29T06:44:26Z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pkgdown">
    <vt:lpwstr/>
  </property>
  <property fmtid="{D5CDD505-2E9C-101B-9397-08002B2CF9AE}" pid="9" name="toc-title">
    <vt:lpwstr>Table of contents</vt:lpwstr>
  </property>
  <property fmtid="{D5CDD505-2E9C-101B-9397-08002B2CF9AE}" pid="10" name="vignette">
    <vt:lpwstr>% % %</vt:lpwstr>
  </property>
</Properties>
</file>