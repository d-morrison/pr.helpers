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vignette provides an introduction to the </a:t>
            </a:r>
            <a:r>
              <a:rPr>
                <a:latin typeface="Courier"/>
              </a:rPr>
              <a:t>{rpt}</a:t>
            </a:r>
            <a:r>
              <a:rPr/>
              <a:t> package.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Here’s a basic example:</a:t>
            </a:r>
          </a:p>
          <a:p>
            <a:pPr lvl="0" indent="0">
              <a:buNone/>
            </a:pPr>
            <a:r>
              <a:rPr>
                <a:latin typeface="Courier"/>
              </a:rPr>
              <a:t>#&gt; [1] 3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more information, see the package documentation.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</dc:title>
  <dc:creator/>
  <cp:keywords/>
  <dcterms:created xsi:type="dcterms:W3CDTF">2026-01-29T06:44:09Z</dcterms:created>
  <dcterms:modified xsi:type="dcterms:W3CDTF">2026-01-29T06:44:09Z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  <property fmtid="{D5CDD505-2E9C-101B-9397-08002B2CF9AE}" pid="9" name="vignette">
    <vt:lpwstr>% % %</vt:lpwstr>
  </property>
</Properties>
</file>